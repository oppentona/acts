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2F56AC-918A-4CCA-B380-54154CD3561B}" v="130" dt="2026-05-08T17:42:54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42581" autoAdjust="0"/>
  </p:normalViewPr>
  <p:slideViewPr>
    <p:cSldViewPr snapToGrid="0">
      <p:cViewPr varScale="1">
        <p:scale>
          <a:sx n="35" d="100"/>
          <a:sy n="35" d="100"/>
        </p:scale>
        <p:origin x="2482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uyen Toan (U2560895)" userId="fe9583dc-84d0-4cfc-a428-7b6742acfbdc" providerId="ADAL" clId="{7A60DC79-FD31-4E8B-B8FF-8E2A7B1F1324}"/>
    <pc:docChg chg="undo custSel addSld delSld modSld">
      <pc:chgData name="Nguyen Toan (U2560895)" userId="fe9583dc-84d0-4cfc-a428-7b6742acfbdc" providerId="ADAL" clId="{7A60DC79-FD31-4E8B-B8FF-8E2A7B1F1324}" dt="2026-05-08T22:17:47.069" v="914" actId="20577"/>
      <pc:docMkLst>
        <pc:docMk/>
      </pc:docMkLst>
      <pc:sldChg chg="addSp delSp modSp mod modTransition delAnim modAnim modNotesTx">
        <pc:chgData name="Nguyen Toan (U2560895)" userId="fe9583dc-84d0-4cfc-a428-7b6742acfbdc" providerId="ADAL" clId="{7A60DC79-FD31-4E8B-B8FF-8E2A7B1F1324}" dt="2026-05-08T22:17:25.155" v="905" actId="20577"/>
        <pc:sldMkLst>
          <pc:docMk/>
          <pc:sldMk cId="1417184356" sldId="256"/>
        </pc:sldMkLst>
        <pc:spChg chg="mod">
          <ac:chgData name="Nguyen Toan (U2560895)" userId="fe9583dc-84d0-4cfc-a428-7b6742acfbdc" providerId="ADAL" clId="{7A60DC79-FD31-4E8B-B8FF-8E2A7B1F1324}" dt="2026-05-07T18:13:33.001" v="9"/>
          <ac:spMkLst>
            <pc:docMk/>
            <pc:sldMk cId="1417184356" sldId="256"/>
            <ac:spMk id="2" creationId="{F0D13CC0-B38A-5219-7962-84864CE4F000}"/>
          </ac:spMkLst>
        </pc:spChg>
        <pc:spChg chg="mod">
          <ac:chgData name="Nguyen Toan (U2560895)" userId="fe9583dc-84d0-4cfc-a428-7b6742acfbdc" providerId="ADAL" clId="{7A60DC79-FD31-4E8B-B8FF-8E2A7B1F1324}" dt="2026-05-07T21:37:46.370" v="317" actId="20577"/>
          <ac:spMkLst>
            <pc:docMk/>
            <pc:sldMk cId="1417184356" sldId="256"/>
            <ac:spMk id="3" creationId="{B2DD5B16-37B2-6398-CFA9-9638291A549B}"/>
          </ac:spMkLst>
        </pc:spChg>
        <pc:picChg chg="add del mod">
          <ac:chgData name="Nguyen Toan (U2560895)" userId="fe9583dc-84d0-4cfc-a428-7b6742acfbdc" providerId="ADAL" clId="{7A60DC79-FD31-4E8B-B8FF-8E2A7B1F1324}" dt="2026-05-08T13:45:54.548" v="724" actId="478"/>
          <ac:picMkLst>
            <pc:docMk/>
            <pc:sldMk cId="1417184356" sldId="256"/>
            <ac:picMk id="6" creationId="{A5676B1B-E7AA-F700-7F71-5EC78E49ECE0}"/>
          </ac:picMkLst>
        </pc:picChg>
        <pc:picChg chg="add del mod">
          <ac:chgData name="Nguyen Toan (U2560895)" userId="fe9583dc-84d0-4cfc-a428-7b6742acfbdc" providerId="ADAL" clId="{7A60DC79-FD31-4E8B-B8FF-8E2A7B1F1324}" dt="2026-05-08T17:35:48.817" v="892"/>
          <ac:picMkLst>
            <pc:docMk/>
            <pc:sldMk cId="1417184356" sldId="256"/>
            <ac:picMk id="7" creationId="{9478F54D-673F-47FB-81F6-1377F199F76A}"/>
          </ac:picMkLst>
        </pc:picChg>
        <pc:picChg chg="add del mod">
          <ac:chgData name="Nguyen Toan (U2560895)" userId="fe9583dc-84d0-4cfc-a428-7b6742acfbdc" providerId="ADAL" clId="{7A60DC79-FD31-4E8B-B8FF-8E2A7B1F1324}" dt="2026-05-08T17:35:53.305" v="894"/>
          <ac:picMkLst>
            <pc:docMk/>
            <pc:sldMk cId="1417184356" sldId="256"/>
            <ac:picMk id="8" creationId="{72C2A6C1-E67A-6EFD-2EDD-308EF26A2E71}"/>
          </ac:picMkLst>
        </pc:picChg>
        <pc:picChg chg="add del mod">
          <ac:chgData name="Nguyen Toan (U2560895)" userId="fe9583dc-84d0-4cfc-a428-7b6742acfbdc" providerId="ADAL" clId="{7A60DC79-FD31-4E8B-B8FF-8E2A7B1F1324}" dt="2026-05-08T16:08:10.323" v="771"/>
          <ac:picMkLst>
            <pc:docMk/>
            <pc:sldMk cId="1417184356" sldId="256"/>
            <ac:picMk id="8" creationId="{E601FB66-C607-CAF2-4020-2F8A2E16ADC8}"/>
          </ac:picMkLst>
        </pc:picChg>
        <pc:picChg chg="add del mod">
          <ac:chgData name="Nguyen Toan (U2560895)" userId="fe9583dc-84d0-4cfc-a428-7b6742acfbdc" providerId="ADAL" clId="{7A60DC79-FD31-4E8B-B8FF-8E2A7B1F1324}" dt="2026-05-08T16:08:22.250" v="772" actId="478"/>
          <ac:picMkLst>
            <pc:docMk/>
            <pc:sldMk cId="1417184356" sldId="256"/>
            <ac:picMk id="9" creationId="{4BD71147-6024-DCB5-EAC6-9A24F3090B34}"/>
          </ac:picMkLst>
        </pc:picChg>
        <pc:picChg chg="add del mod">
          <ac:chgData name="Nguyen Toan (U2560895)" userId="fe9583dc-84d0-4cfc-a428-7b6742acfbdc" providerId="ADAL" clId="{7A60DC79-FD31-4E8B-B8FF-8E2A7B1F1324}" dt="2026-05-08T16:01:13.188" v="727"/>
          <ac:picMkLst>
            <pc:docMk/>
            <pc:sldMk cId="1417184356" sldId="256"/>
            <ac:picMk id="10" creationId="{25232956-4EFB-8E53-AE45-ED35B23A22FC}"/>
          </ac:picMkLst>
        </pc:picChg>
        <pc:picChg chg="add del mod ord">
          <ac:chgData name="Nguyen Toan (U2560895)" userId="fe9583dc-84d0-4cfc-a428-7b6742acfbdc" providerId="ADAL" clId="{7A60DC79-FD31-4E8B-B8FF-8E2A7B1F1324}" dt="2026-05-08T17:36:52.758" v="895"/>
          <ac:picMkLst>
            <pc:docMk/>
            <pc:sldMk cId="1417184356" sldId="256"/>
            <ac:picMk id="11" creationId="{92964AB3-D6AA-7FD1-F13A-F6A8A14F6AD0}"/>
          </ac:picMkLst>
        </pc:picChg>
        <pc:picChg chg="add del mod">
          <ac:chgData name="Nguyen Toan (U2560895)" userId="fe9583dc-84d0-4cfc-a428-7b6742acfbdc" providerId="ADAL" clId="{7A60DC79-FD31-4E8B-B8FF-8E2A7B1F1324}" dt="2026-05-08T16:07:19.362" v="768" actId="478"/>
          <ac:picMkLst>
            <pc:docMk/>
            <pc:sldMk cId="1417184356" sldId="256"/>
            <ac:picMk id="11" creationId="{EB3666B6-ECB5-FA34-58A4-3485EF696DA7}"/>
          </ac:picMkLst>
        </pc:picChg>
        <pc:picChg chg="add del mod">
          <ac:chgData name="Nguyen Toan (U2560895)" userId="fe9583dc-84d0-4cfc-a428-7b6742acfbdc" providerId="ADAL" clId="{7A60DC79-FD31-4E8B-B8FF-8E2A7B1F1324}" dt="2026-05-08T17:37:13.495" v="897"/>
          <ac:picMkLst>
            <pc:docMk/>
            <pc:sldMk cId="1417184356" sldId="256"/>
            <ac:picMk id="12" creationId="{08932F3C-9B41-3299-9348-C63C27AF7C33}"/>
          </ac:picMkLst>
        </pc:picChg>
        <pc:picChg chg="add del mod">
          <ac:chgData name="Nguyen Toan (U2560895)" userId="fe9583dc-84d0-4cfc-a428-7b6742acfbdc" providerId="ADAL" clId="{7A60DC79-FD31-4E8B-B8FF-8E2A7B1F1324}" dt="2026-05-08T16:11:46.779" v="882"/>
          <ac:picMkLst>
            <pc:docMk/>
            <pc:sldMk cId="1417184356" sldId="256"/>
            <ac:picMk id="16" creationId="{11FEDD4B-0900-669A-9FBE-50B3F5FC76AF}"/>
          </ac:picMkLst>
        </pc:picChg>
        <pc:picChg chg="add del mod ord">
          <ac:chgData name="Nguyen Toan (U2560895)" userId="fe9583dc-84d0-4cfc-a428-7b6742acfbdc" providerId="ADAL" clId="{7A60DC79-FD31-4E8B-B8FF-8E2A7B1F1324}" dt="2026-05-08T17:42:54.866" v="898"/>
          <ac:picMkLst>
            <pc:docMk/>
            <pc:sldMk cId="1417184356" sldId="256"/>
            <ac:picMk id="16" creationId="{DE79FDF4-24CD-5D92-2538-DF91115E7B9D}"/>
          </ac:picMkLst>
        </pc:picChg>
        <pc:picChg chg="add del mod">
          <ac:chgData name="Nguyen Toan (U2560895)" userId="fe9583dc-84d0-4cfc-a428-7b6742acfbdc" providerId="ADAL" clId="{7A60DC79-FD31-4E8B-B8FF-8E2A7B1F1324}" dt="2026-05-08T17:34:54.149" v="888" actId="478"/>
          <ac:picMkLst>
            <pc:docMk/>
            <pc:sldMk cId="1417184356" sldId="256"/>
            <ac:picMk id="17" creationId="{AAB2972D-EDB6-99A8-5296-5D5DF9299DCE}"/>
          </ac:picMkLst>
        </pc:picChg>
        <pc:picChg chg="add del mod">
          <ac:chgData name="Nguyen Toan (U2560895)" userId="fe9583dc-84d0-4cfc-a428-7b6742acfbdc" providerId="ADAL" clId="{7A60DC79-FD31-4E8B-B8FF-8E2A7B1F1324}" dt="2026-05-08T17:49:08.715" v="899" actId="478"/>
          <ac:picMkLst>
            <pc:docMk/>
            <pc:sldMk cId="1417184356" sldId="256"/>
            <ac:picMk id="18" creationId="{6B5F95B2-B044-EAD0-5991-7CEE224433BA}"/>
          </ac:picMkLst>
        </pc:picChg>
      </pc:sldChg>
      <pc:sldChg chg="addSp delSp modSp mod modTransition delAnim modAnim modNotesTx">
        <pc:chgData name="Nguyen Toan (U2560895)" userId="fe9583dc-84d0-4cfc-a428-7b6742acfbdc" providerId="ADAL" clId="{7A60DC79-FD31-4E8B-B8FF-8E2A7B1F1324}" dt="2026-05-08T22:17:28.305" v="906" actId="20577"/>
        <pc:sldMkLst>
          <pc:docMk/>
          <pc:sldMk cId="1209734559" sldId="257"/>
        </pc:sldMkLst>
        <pc:spChg chg="mod">
          <ac:chgData name="Nguyen Toan (U2560895)" userId="fe9583dc-84d0-4cfc-a428-7b6742acfbdc" providerId="ADAL" clId="{7A60DC79-FD31-4E8B-B8FF-8E2A7B1F1324}" dt="2026-05-07T18:23:40.385" v="172" actId="20577"/>
          <ac:spMkLst>
            <pc:docMk/>
            <pc:sldMk cId="1209734559" sldId="257"/>
            <ac:spMk id="4" creationId="{F5BF0B96-3A36-D521-75B9-6D808EB5BAA1}"/>
          </ac:spMkLst>
        </pc:spChg>
        <pc:spChg chg="del mod">
          <ac:chgData name="Nguyen Toan (U2560895)" userId="fe9583dc-84d0-4cfc-a428-7b6742acfbdc" providerId="ADAL" clId="{7A60DC79-FD31-4E8B-B8FF-8E2A7B1F1324}" dt="2026-05-07T18:15:20.718" v="68" actId="22"/>
          <ac:spMkLst>
            <pc:docMk/>
            <pc:sldMk cId="1209734559" sldId="257"/>
            <ac:spMk id="5" creationId="{3CBFBEA8-3BFE-AACC-AFBA-48830EA957B4}"/>
          </ac:spMkLst>
        </pc:spChg>
        <pc:spChg chg="add mod">
          <ac:chgData name="Nguyen Toan (U2560895)" userId="fe9583dc-84d0-4cfc-a428-7b6742acfbdc" providerId="ADAL" clId="{7A60DC79-FD31-4E8B-B8FF-8E2A7B1F1324}" dt="2026-05-07T21:52:48.003" v="368" actId="207"/>
          <ac:spMkLst>
            <pc:docMk/>
            <pc:sldMk cId="1209734559" sldId="257"/>
            <ac:spMk id="7" creationId="{4252D22C-398C-A902-F85F-D31BFF20D15A}"/>
          </ac:spMkLst>
        </pc:spChg>
        <pc:picChg chg="add del mod ord">
          <ac:chgData name="Nguyen Toan (U2560895)" userId="fe9583dc-84d0-4cfc-a428-7b6742acfbdc" providerId="ADAL" clId="{7A60DC79-FD31-4E8B-B8FF-8E2A7B1F1324}" dt="2026-05-08T17:42:54.866" v="898"/>
          <ac:picMkLst>
            <pc:docMk/>
            <pc:sldMk cId="1209734559" sldId="257"/>
            <ac:picMk id="5" creationId="{E42CCD29-8DD6-961F-581A-A63F59BC13A1}"/>
          </ac:picMkLst>
        </pc:picChg>
        <pc:picChg chg="add mod ord">
          <ac:chgData name="Nguyen Toan (U2560895)" userId="fe9583dc-84d0-4cfc-a428-7b6742acfbdc" providerId="ADAL" clId="{7A60DC79-FD31-4E8B-B8FF-8E2A7B1F1324}" dt="2026-05-07T18:22:25.326" v="164" actId="1076"/>
          <ac:picMkLst>
            <pc:docMk/>
            <pc:sldMk cId="1209734559" sldId="257"/>
            <ac:picMk id="6" creationId="{DF0AFD66-4661-E995-CDA2-B4C9BB5C5401}"/>
          </ac:picMkLst>
        </pc:picChg>
        <pc:picChg chg="add del mod">
          <ac:chgData name="Nguyen Toan (U2560895)" userId="fe9583dc-84d0-4cfc-a428-7b6742acfbdc" providerId="ADAL" clId="{7A60DC79-FD31-4E8B-B8FF-8E2A7B1F1324}" dt="2026-05-08T17:49:10.787" v="900" actId="478"/>
          <ac:picMkLst>
            <pc:docMk/>
            <pc:sldMk cId="1209734559" sldId="257"/>
            <ac:picMk id="8" creationId="{CB5505BE-CFD1-3E65-8C0A-9A4D60896592}"/>
          </ac:picMkLst>
        </pc:picChg>
        <pc:picChg chg="add del mod">
          <ac:chgData name="Nguyen Toan (U2560895)" userId="fe9583dc-84d0-4cfc-a428-7b6742acfbdc" providerId="ADAL" clId="{7A60DC79-FD31-4E8B-B8FF-8E2A7B1F1324}" dt="2026-05-08T17:35:33.344" v="891"/>
          <ac:picMkLst>
            <pc:docMk/>
            <pc:sldMk cId="1209734559" sldId="257"/>
            <ac:picMk id="10" creationId="{676198C4-60C2-9CAE-A7C6-081B8B3B447D}"/>
          </ac:picMkLst>
        </pc:picChg>
      </pc:sldChg>
      <pc:sldChg chg="addSp delSp modSp mod modTransition delAnim modNotesTx">
        <pc:chgData name="Nguyen Toan (U2560895)" userId="fe9583dc-84d0-4cfc-a428-7b6742acfbdc" providerId="ADAL" clId="{7A60DC79-FD31-4E8B-B8FF-8E2A7B1F1324}" dt="2026-05-08T22:17:30.391" v="907" actId="20577"/>
        <pc:sldMkLst>
          <pc:docMk/>
          <pc:sldMk cId="2959510361" sldId="258"/>
        </pc:sldMkLst>
        <pc:spChg chg="mod">
          <ac:chgData name="Nguyen Toan (U2560895)" userId="fe9583dc-84d0-4cfc-a428-7b6742acfbdc" providerId="ADAL" clId="{7A60DC79-FD31-4E8B-B8FF-8E2A7B1F1324}" dt="2026-05-08T00:17:25.014" v="557" actId="14100"/>
          <ac:spMkLst>
            <pc:docMk/>
            <pc:sldMk cId="2959510361" sldId="258"/>
            <ac:spMk id="4" creationId="{4A0D80B1-BF72-89F1-2947-8E9DF2F51113}"/>
          </ac:spMkLst>
        </pc:spChg>
        <pc:spChg chg="del mod">
          <ac:chgData name="Nguyen Toan (U2560895)" userId="fe9583dc-84d0-4cfc-a428-7b6742acfbdc" providerId="ADAL" clId="{7A60DC79-FD31-4E8B-B8FF-8E2A7B1F1324}" dt="2026-05-07T18:27:44.399" v="182" actId="22"/>
          <ac:spMkLst>
            <pc:docMk/>
            <pc:sldMk cId="2959510361" sldId="258"/>
            <ac:spMk id="5" creationId="{D37CA14C-7A2A-C22A-38CD-F38BBF02AF81}"/>
          </ac:spMkLst>
        </pc:spChg>
        <pc:spChg chg="add mod">
          <ac:chgData name="Nguyen Toan (U2560895)" userId="fe9583dc-84d0-4cfc-a428-7b6742acfbdc" providerId="ADAL" clId="{7A60DC79-FD31-4E8B-B8FF-8E2A7B1F1324}" dt="2026-05-07T22:29:10.276" v="490" actId="20577"/>
          <ac:spMkLst>
            <pc:docMk/>
            <pc:sldMk cId="2959510361" sldId="258"/>
            <ac:spMk id="7" creationId="{45814917-6C53-155E-BB7F-EA3DA0657EA6}"/>
          </ac:spMkLst>
        </pc:spChg>
        <pc:picChg chg="add del mod">
          <ac:chgData name="Nguyen Toan (U2560895)" userId="fe9583dc-84d0-4cfc-a428-7b6742acfbdc" providerId="ADAL" clId="{7A60DC79-FD31-4E8B-B8FF-8E2A7B1F1324}" dt="2026-05-08T17:49:12.811" v="901" actId="478"/>
          <ac:picMkLst>
            <pc:docMk/>
            <pc:sldMk cId="2959510361" sldId="258"/>
            <ac:picMk id="5" creationId="{F7489B29-E290-01BA-A4DE-2ECD23F880BE}"/>
          </ac:picMkLst>
        </pc:picChg>
        <pc:picChg chg="add mod ord">
          <ac:chgData name="Nguyen Toan (U2560895)" userId="fe9583dc-84d0-4cfc-a428-7b6742acfbdc" providerId="ADAL" clId="{7A60DC79-FD31-4E8B-B8FF-8E2A7B1F1324}" dt="2026-05-07T18:27:53.150" v="183" actId="1076"/>
          <ac:picMkLst>
            <pc:docMk/>
            <pc:sldMk cId="2959510361" sldId="258"/>
            <ac:picMk id="6" creationId="{0D493736-D91C-34C9-A9A9-EDFE9C084335}"/>
          </ac:picMkLst>
        </pc:picChg>
      </pc:sldChg>
      <pc:sldChg chg="addSp delSp modSp mod modTransition delAnim modNotesTx">
        <pc:chgData name="Nguyen Toan (U2560895)" userId="fe9583dc-84d0-4cfc-a428-7b6742acfbdc" providerId="ADAL" clId="{7A60DC79-FD31-4E8B-B8FF-8E2A7B1F1324}" dt="2026-05-08T22:17:32.404" v="908" actId="20577"/>
        <pc:sldMkLst>
          <pc:docMk/>
          <pc:sldMk cId="1175847427" sldId="259"/>
        </pc:sldMkLst>
        <pc:spChg chg="mod">
          <ac:chgData name="Nguyen Toan (U2560895)" userId="fe9583dc-84d0-4cfc-a428-7b6742acfbdc" providerId="ADAL" clId="{7A60DC79-FD31-4E8B-B8FF-8E2A7B1F1324}" dt="2026-05-08T08:08:33.962" v="622" actId="20577"/>
          <ac:spMkLst>
            <pc:docMk/>
            <pc:sldMk cId="1175847427" sldId="259"/>
            <ac:spMk id="4" creationId="{E2B49C68-D6F1-AA8A-8081-6139956BACA0}"/>
          </ac:spMkLst>
        </pc:spChg>
        <pc:spChg chg="del mod">
          <ac:chgData name="Nguyen Toan (U2560895)" userId="fe9583dc-84d0-4cfc-a428-7b6742acfbdc" providerId="ADAL" clId="{7A60DC79-FD31-4E8B-B8FF-8E2A7B1F1324}" dt="2026-05-07T18:48:58.036" v="295" actId="478"/>
          <ac:spMkLst>
            <pc:docMk/>
            <pc:sldMk cId="1175847427" sldId="259"/>
            <ac:spMk id="5" creationId="{304B7044-5617-5C0B-01AA-EB55D033CB40}"/>
          </ac:spMkLst>
        </pc:spChg>
        <pc:picChg chg="add del mod">
          <ac:chgData name="Nguyen Toan (U2560895)" userId="fe9583dc-84d0-4cfc-a428-7b6742acfbdc" providerId="ADAL" clId="{7A60DC79-FD31-4E8B-B8FF-8E2A7B1F1324}" dt="2026-05-08T17:49:14.782" v="902" actId="478"/>
          <ac:picMkLst>
            <pc:docMk/>
            <pc:sldMk cId="1175847427" sldId="259"/>
            <ac:picMk id="5" creationId="{FE237A3D-0DE9-462A-A135-E51247FD8BD3}"/>
          </ac:picMkLst>
        </pc:picChg>
      </pc:sldChg>
      <pc:sldChg chg="addSp delSp modSp mod modTransition delAnim modNotesTx">
        <pc:chgData name="Nguyen Toan (U2560895)" userId="fe9583dc-84d0-4cfc-a428-7b6742acfbdc" providerId="ADAL" clId="{7A60DC79-FD31-4E8B-B8FF-8E2A7B1F1324}" dt="2026-05-08T22:17:34.507" v="909" actId="20577"/>
        <pc:sldMkLst>
          <pc:docMk/>
          <pc:sldMk cId="747538762" sldId="260"/>
        </pc:sldMkLst>
        <pc:spChg chg="mod">
          <ac:chgData name="Nguyen Toan (U2560895)" userId="fe9583dc-84d0-4cfc-a428-7b6742acfbdc" providerId="ADAL" clId="{7A60DC79-FD31-4E8B-B8FF-8E2A7B1F1324}" dt="2026-05-08T08:08:52.092" v="625" actId="20577"/>
          <ac:spMkLst>
            <pc:docMk/>
            <pc:sldMk cId="747538762" sldId="260"/>
            <ac:spMk id="4" creationId="{8AD6D3DE-C738-53D4-2B21-F6ED53BA235F}"/>
          </ac:spMkLst>
        </pc:spChg>
        <pc:spChg chg="del">
          <ac:chgData name="Nguyen Toan (U2560895)" userId="fe9583dc-84d0-4cfc-a428-7b6742acfbdc" providerId="ADAL" clId="{7A60DC79-FD31-4E8B-B8FF-8E2A7B1F1324}" dt="2026-05-07T18:50:20.551" v="298" actId="478"/>
          <ac:spMkLst>
            <pc:docMk/>
            <pc:sldMk cId="747538762" sldId="260"/>
            <ac:spMk id="5" creationId="{0B059C59-07DA-2FD4-CB0A-3A00FBA73E0A}"/>
          </ac:spMkLst>
        </pc:spChg>
        <pc:picChg chg="add del mod">
          <ac:chgData name="Nguyen Toan (U2560895)" userId="fe9583dc-84d0-4cfc-a428-7b6742acfbdc" providerId="ADAL" clId="{7A60DC79-FD31-4E8B-B8FF-8E2A7B1F1324}" dt="2026-05-08T17:49:16.473" v="903" actId="478"/>
          <ac:picMkLst>
            <pc:docMk/>
            <pc:sldMk cId="747538762" sldId="260"/>
            <ac:picMk id="5" creationId="{3A89C571-D3D8-39CB-207D-1BFF0E9B219C}"/>
          </ac:picMkLst>
        </pc:picChg>
      </pc:sldChg>
      <pc:sldChg chg="delSp modSp mod modTransition modNotesTx">
        <pc:chgData name="Nguyen Toan (U2560895)" userId="fe9583dc-84d0-4cfc-a428-7b6742acfbdc" providerId="ADAL" clId="{7A60DC79-FD31-4E8B-B8FF-8E2A7B1F1324}" dt="2026-05-08T22:17:37.814" v="910" actId="20577"/>
        <pc:sldMkLst>
          <pc:docMk/>
          <pc:sldMk cId="124771856" sldId="261"/>
        </pc:sldMkLst>
        <pc:spChg chg="mod">
          <ac:chgData name="Nguyen Toan (U2560895)" userId="fe9583dc-84d0-4cfc-a428-7b6742acfbdc" providerId="ADAL" clId="{7A60DC79-FD31-4E8B-B8FF-8E2A7B1F1324}" dt="2026-05-07T21:59:34.593" v="376"/>
          <ac:spMkLst>
            <pc:docMk/>
            <pc:sldMk cId="124771856" sldId="261"/>
            <ac:spMk id="4" creationId="{191485D9-48C5-5FFA-33D6-E44AA6298F8A}"/>
          </ac:spMkLst>
        </pc:spChg>
        <pc:spChg chg="del">
          <ac:chgData name="Nguyen Toan (U2560895)" userId="fe9583dc-84d0-4cfc-a428-7b6742acfbdc" providerId="ADAL" clId="{7A60DC79-FD31-4E8B-B8FF-8E2A7B1F1324}" dt="2026-05-07T21:50:45.540" v="361" actId="478"/>
          <ac:spMkLst>
            <pc:docMk/>
            <pc:sldMk cId="124771856" sldId="261"/>
            <ac:spMk id="5" creationId="{1A5B92EC-B2FC-6455-540A-19DD2C8EF919}"/>
          </ac:spMkLst>
        </pc:spChg>
      </pc:sldChg>
      <pc:sldChg chg="delSp modSp mod modTransition modNotesTx">
        <pc:chgData name="Nguyen Toan (U2560895)" userId="fe9583dc-84d0-4cfc-a428-7b6742acfbdc" providerId="ADAL" clId="{7A60DC79-FD31-4E8B-B8FF-8E2A7B1F1324}" dt="2026-05-08T22:17:40.503" v="911" actId="20577"/>
        <pc:sldMkLst>
          <pc:docMk/>
          <pc:sldMk cId="3112424574" sldId="262"/>
        </pc:sldMkLst>
        <pc:spChg chg="mod">
          <ac:chgData name="Nguyen Toan (U2560895)" userId="fe9583dc-84d0-4cfc-a428-7b6742acfbdc" providerId="ADAL" clId="{7A60DC79-FD31-4E8B-B8FF-8E2A7B1F1324}" dt="2026-05-08T08:16:34.238" v="627" actId="1076"/>
          <ac:spMkLst>
            <pc:docMk/>
            <pc:sldMk cId="3112424574" sldId="262"/>
            <ac:spMk id="4" creationId="{51E03832-4A45-D302-58C2-B95AB15611B6}"/>
          </ac:spMkLst>
        </pc:spChg>
        <pc:spChg chg="del">
          <ac:chgData name="Nguyen Toan (U2560895)" userId="fe9583dc-84d0-4cfc-a428-7b6742acfbdc" providerId="ADAL" clId="{7A60DC79-FD31-4E8B-B8FF-8E2A7B1F1324}" dt="2026-05-07T21:59:48.215" v="377" actId="478"/>
          <ac:spMkLst>
            <pc:docMk/>
            <pc:sldMk cId="3112424574" sldId="262"/>
            <ac:spMk id="5" creationId="{DAC07712-7F38-71FB-F28E-CE9A7611B2D0}"/>
          </ac:spMkLst>
        </pc:spChg>
      </pc:sldChg>
      <pc:sldChg chg="delSp modSp mod modTransition modNotesTx">
        <pc:chgData name="Nguyen Toan (U2560895)" userId="fe9583dc-84d0-4cfc-a428-7b6742acfbdc" providerId="ADAL" clId="{7A60DC79-FD31-4E8B-B8FF-8E2A7B1F1324}" dt="2026-05-08T22:17:42.780" v="912" actId="20577"/>
        <pc:sldMkLst>
          <pc:docMk/>
          <pc:sldMk cId="2514296092" sldId="263"/>
        </pc:sldMkLst>
        <pc:spChg chg="mod">
          <ac:chgData name="Nguyen Toan (U2560895)" userId="fe9583dc-84d0-4cfc-a428-7b6742acfbdc" providerId="ADAL" clId="{7A60DC79-FD31-4E8B-B8FF-8E2A7B1F1324}" dt="2026-05-08T08:19:40.435" v="722" actId="20577"/>
          <ac:spMkLst>
            <pc:docMk/>
            <pc:sldMk cId="2514296092" sldId="263"/>
            <ac:spMk id="4" creationId="{B4D9273C-2B72-A719-6B5F-82BA2D17AB3C}"/>
          </ac:spMkLst>
        </pc:spChg>
        <pc:spChg chg="del mod">
          <ac:chgData name="Nguyen Toan (U2560895)" userId="fe9583dc-84d0-4cfc-a428-7b6742acfbdc" providerId="ADAL" clId="{7A60DC79-FD31-4E8B-B8FF-8E2A7B1F1324}" dt="2026-05-07T22:07:21.332" v="399" actId="478"/>
          <ac:spMkLst>
            <pc:docMk/>
            <pc:sldMk cId="2514296092" sldId="263"/>
            <ac:spMk id="5" creationId="{48409F93-1240-87FB-2B76-F1689F16E589}"/>
          </ac:spMkLst>
        </pc:spChg>
      </pc:sldChg>
      <pc:sldChg chg="delSp modSp mod modTransition modNotesTx">
        <pc:chgData name="Nguyen Toan (U2560895)" userId="fe9583dc-84d0-4cfc-a428-7b6742acfbdc" providerId="ADAL" clId="{7A60DC79-FD31-4E8B-B8FF-8E2A7B1F1324}" dt="2026-05-08T22:17:44.560" v="913" actId="20577"/>
        <pc:sldMkLst>
          <pc:docMk/>
          <pc:sldMk cId="3918393535" sldId="264"/>
        </pc:sldMkLst>
        <pc:spChg chg="mod">
          <ac:chgData name="Nguyen Toan (U2560895)" userId="fe9583dc-84d0-4cfc-a428-7b6742acfbdc" providerId="ADAL" clId="{7A60DC79-FD31-4E8B-B8FF-8E2A7B1F1324}" dt="2026-05-07T23:50:57.322" v="518" actId="207"/>
          <ac:spMkLst>
            <pc:docMk/>
            <pc:sldMk cId="3918393535" sldId="264"/>
            <ac:spMk id="4" creationId="{990B7ACF-99B6-6791-C4E8-B46C0B75EFEC}"/>
          </ac:spMkLst>
        </pc:spChg>
        <pc:spChg chg="del">
          <ac:chgData name="Nguyen Toan (U2560895)" userId="fe9583dc-84d0-4cfc-a428-7b6742acfbdc" providerId="ADAL" clId="{7A60DC79-FD31-4E8B-B8FF-8E2A7B1F1324}" dt="2026-05-07T22:38:06.978" v="500" actId="478"/>
          <ac:spMkLst>
            <pc:docMk/>
            <pc:sldMk cId="3918393535" sldId="264"/>
            <ac:spMk id="5" creationId="{A3BA5CFF-288B-87FC-330F-54E9F1148976}"/>
          </ac:spMkLst>
        </pc:spChg>
      </pc:sldChg>
      <pc:sldChg chg="delSp modSp mod modTransition modNotesTx">
        <pc:chgData name="Nguyen Toan (U2560895)" userId="fe9583dc-84d0-4cfc-a428-7b6742acfbdc" providerId="ADAL" clId="{7A60DC79-FD31-4E8B-B8FF-8E2A7B1F1324}" dt="2026-05-08T22:17:47.069" v="914" actId="20577"/>
        <pc:sldMkLst>
          <pc:docMk/>
          <pc:sldMk cId="3036397740" sldId="265"/>
        </pc:sldMkLst>
        <pc:spChg chg="mod">
          <ac:chgData name="Nguyen Toan (U2560895)" userId="fe9583dc-84d0-4cfc-a428-7b6742acfbdc" providerId="ADAL" clId="{7A60DC79-FD31-4E8B-B8FF-8E2A7B1F1324}" dt="2026-05-08T00:15:42.497" v="551" actId="27636"/>
          <ac:spMkLst>
            <pc:docMk/>
            <pc:sldMk cId="3036397740" sldId="265"/>
            <ac:spMk id="4" creationId="{DF9E2745-A3DD-3053-1150-7B1CFF8983C9}"/>
          </ac:spMkLst>
        </pc:spChg>
        <pc:spChg chg="del">
          <ac:chgData name="Nguyen Toan (U2560895)" userId="fe9583dc-84d0-4cfc-a428-7b6742acfbdc" providerId="ADAL" clId="{7A60DC79-FD31-4E8B-B8FF-8E2A7B1F1324}" dt="2026-05-07T22:38:03.415" v="499" actId="478"/>
          <ac:spMkLst>
            <pc:docMk/>
            <pc:sldMk cId="3036397740" sldId="265"/>
            <ac:spMk id="5" creationId="{73BDD6F6-9B45-B480-DCB5-C562EA7276B0}"/>
          </ac:spMkLst>
        </pc:spChg>
      </pc:sldChg>
      <pc:sldChg chg="addSp delSp modSp add mod modTransition">
        <pc:chgData name="Nguyen Toan (U2560895)" userId="fe9583dc-84d0-4cfc-a428-7b6742acfbdc" providerId="ADAL" clId="{7A60DC79-FD31-4E8B-B8FF-8E2A7B1F1324}" dt="2026-05-08T17:37:13.495" v="897"/>
        <pc:sldMkLst>
          <pc:docMk/>
          <pc:sldMk cId="2436499055" sldId="271"/>
        </pc:sldMkLst>
        <pc:spChg chg="mod">
          <ac:chgData name="Nguyen Toan (U2560895)" userId="fe9583dc-84d0-4cfc-a428-7b6742acfbdc" providerId="ADAL" clId="{7A60DC79-FD31-4E8B-B8FF-8E2A7B1F1324}" dt="2026-05-08T17:33:10.326" v="887" actId="27636"/>
          <ac:spMkLst>
            <pc:docMk/>
            <pc:sldMk cId="2436499055" sldId="271"/>
            <ac:spMk id="4" creationId="{FEC97D41-9531-F934-C579-38C4374C5592}"/>
          </ac:spMkLst>
        </pc:spChg>
        <pc:spChg chg="add del">
          <ac:chgData name="Nguyen Toan (U2560895)" userId="fe9583dc-84d0-4cfc-a428-7b6742acfbdc" providerId="ADAL" clId="{7A60DC79-FD31-4E8B-B8FF-8E2A7B1F1324}" dt="2026-05-07T21:46:48.771" v="354" actId="22"/>
          <ac:spMkLst>
            <pc:docMk/>
            <pc:sldMk cId="2436499055" sldId="271"/>
            <ac:spMk id="5" creationId="{806E972F-6730-24C3-88D2-556A4FB584BA}"/>
          </ac:spMkLst>
        </pc:spChg>
      </pc:sldChg>
      <pc:sldChg chg="modSp add mod modTransition">
        <pc:chgData name="Nguyen Toan (U2560895)" userId="fe9583dc-84d0-4cfc-a428-7b6742acfbdc" providerId="ADAL" clId="{7A60DC79-FD31-4E8B-B8FF-8E2A7B1F1324}" dt="2026-05-08T17:37:13.495" v="897"/>
        <pc:sldMkLst>
          <pc:docMk/>
          <pc:sldMk cId="4258839404" sldId="272"/>
        </pc:sldMkLst>
        <pc:spChg chg="mod">
          <ac:chgData name="Nguyen Toan (U2560895)" userId="fe9583dc-84d0-4cfc-a428-7b6742acfbdc" providerId="ADAL" clId="{7A60DC79-FD31-4E8B-B8FF-8E2A7B1F1324}" dt="2026-05-08T00:29:55.859" v="574"/>
          <ac:spMkLst>
            <pc:docMk/>
            <pc:sldMk cId="4258839404" sldId="272"/>
            <ac:spMk id="4" creationId="{CCBC6BED-80D7-C93E-E03C-8CDA60B9B224}"/>
          </ac:spMkLst>
        </pc:spChg>
      </pc:sldChg>
      <pc:sldChg chg="modSp add mod modTransition">
        <pc:chgData name="Nguyen Toan (U2560895)" userId="fe9583dc-84d0-4cfc-a428-7b6742acfbdc" providerId="ADAL" clId="{7A60DC79-FD31-4E8B-B8FF-8E2A7B1F1324}" dt="2026-05-08T17:37:13.495" v="897"/>
        <pc:sldMkLst>
          <pc:docMk/>
          <pc:sldMk cId="1602699666" sldId="273"/>
        </pc:sldMkLst>
        <pc:spChg chg="mod">
          <ac:chgData name="Nguyen Toan (U2560895)" userId="fe9583dc-84d0-4cfc-a428-7b6742acfbdc" providerId="ADAL" clId="{7A60DC79-FD31-4E8B-B8FF-8E2A7B1F1324}" dt="2026-05-08T00:30:51.463" v="588" actId="27636"/>
          <ac:spMkLst>
            <pc:docMk/>
            <pc:sldMk cId="1602699666" sldId="273"/>
            <ac:spMk id="4" creationId="{5BFB6BA3-E50E-2D46-428E-6003B56589E6}"/>
          </ac:spMkLst>
        </pc:spChg>
      </pc:sldChg>
      <pc:sldChg chg="addSp delSp modSp add mod modTransition">
        <pc:chgData name="Nguyen Toan (U2560895)" userId="fe9583dc-84d0-4cfc-a428-7b6742acfbdc" providerId="ADAL" clId="{7A60DC79-FD31-4E8B-B8FF-8E2A7B1F1324}" dt="2026-05-08T17:37:13.495" v="897"/>
        <pc:sldMkLst>
          <pc:docMk/>
          <pc:sldMk cId="4029970786" sldId="274"/>
        </pc:sldMkLst>
        <pc:spChg chg="mod">
          <ac:chgData name="Nguyen Toan (U2560895)" userId="fe9583dc-84d0-4cfc-a428-7b6742acfbdc" providerId="ADAL" clId="{7A60DC79-FD31-4E8B-B8FF-8E2A7B1F1324}" dt="2026-05-08T00:31:19.944" v="594" actId="5793"/>
          <ac:spMkLst>
            <pc:docMk/>
            <pc:sldMk cId="4029970786" sldId="274"/>
            <ac:spMk id="4" creationId="{A47C1EA3-8336-3F7B-A4A8-05A1989EC335}"/>
          </ac:spMkLst>
        </pc:spChg>
        <pc:spChg chg="add del">
          <ac:chgData name="Nguyen Toan (U2560895)" userId="fe9583dc-84d0-4cfc-a428-7b6742acfbdc" providerId="ADAL" clId="{7A60DC79-FD31-4E8B-B8FF-8E2A7B1F1324}" dt="2026-05-07T23:58:11.561" v="525" actId="22"/>
          <ac:spMkLst>
            <pc:docMk/>
            <pc:sldMk cId="4029970786" sldId="274"/>
            <ac:spMk id="5" creationId="{86E5C44B-6542-A997-17A7-D93AA1D73B9E}"/>
          </ac:spMkLst>
        </pc:spChg>
      </pc:sldChg>
      <pc:sldChg chg="modSp add mod modTransition">
        <pc:chgData name="Nguyen Toan (U2560895)" userId="fe9583dc-84d0-4cfc-a428-7b6742acfbdc" providerId="ADAL" clId="{7A60DC79-FD31-4E8B-B8FF-8E2A7B1F1324}" dt="2026-05-08T17:37:13.495" v="897"/>
        <pc:sldMkLst>
          <pc:docMk/>
          <pc:sldMk cId="4028732118" sldId="275"/>
        </pc:sldMkLst>
        <pc:spChg chg="mod">
          <ac:chgData name="Nguyen Toan (U2560895)" userId="fe9583dc-84d0-4cfc-a428-7b6742acfbdc" providerId="ADAL" clId="{7A60DC79-FD31-4E8B-B8FF-8E2A7B1F1324}" dt="2026-05-08T00:32:01.782" v="602" actId="5793"/>
          <ac:spMkLst>
            <pc:docMk/>
            <pc:sldMk cId="4028732118" sldId="275"/>
            <ac:spMk id="4" creationId="{5B438B12-3BF6-2303-1152-D4AC6FDC3D5C}"/>
          </ac:spMkLst>
        </pc:spChg>
      </pc:sldChg>
      <pc:sldChg chg="modSp add modTransition">
        <pc:chgData name="Nguyen Toan (U2560895)" userId="fe9583dc-84d0-4cfc-a428-7b6742acfbdc" providerId="ADAL" clId="{7A60DC79-FD31-4E8B-B8FF-8E2A7B1F1324}" dt="2026-05-08T17:37:13.495" v="897"/>
        <pc:sldMkLst>
          <pc:docMk/>
          <pc:sldMk cId="252371912" sldId="276"/>
        </pc:sldMkLst>
        <pc:spChg chg="mod">
          <ac:chgData name="Nguyen Toan (U2560895)" userId="fe9583dc-84d0-4cfc-a428-7b6742acfbdc" providerId="ADAL" clId="{7A60DC79-FD31-4E8B-B8FF-8E2A7B1F1324}" dt="2026-05-08T00:31:47.125" v="600"/>
          <ac:spMkLst>
            <pc:docMk/>
            <pc:sldMk cId="252371912" sldId="276"/>
            <ac:spMk id="4" creationId="{8917BE7B-B439-B9F4-0580-38082DE20B0D}"/>
          </ac:spMkLst>
        </pc:spChg>
      </pc:sldChg>
      <pc:sldChg chg="add del">
        <pc:chgData name="Nguyen Toan (U2560895)" userId="fe9583dc-84d0-4cfc-a428-7b6742acfbdc" providerId="ADAL" clId="{7A60DC79-FD31-4E8B-B8FF-8E2A7B1F1324}" dt="2026-05-07T23:58:23.987" v="528" actId="47"/>
        <pc:sldMkLst>
          <pc:docMk/>
          <pc:sldMk cId="1959218810" sldId="276"/>
        </pc:sldMkLst>
      </pc:sldChg>
      <pc:sldChg chg="add del">
        <pc:chgData name="Nguyen Toan (U2560895)" userId="fe9583dc-84d0-4cfc-a428-7b6742acfbdc" providerId="ADAL" clId="{7A60DC79-FD31-4E8B-B8FF-8E2A7B1F1324}" dt="2026-05-07T23:58:34.498" v="531" actId="47"/>
        <pc:sldMkLst>
          <pc:docMk/>
          <pc:sldMk cId="4025404682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E4ED9-B25B-44E7-A5E2-B7FC56B3983C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98CE7-3842-4E2E-BA6C-338ED69E2D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261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43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8168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759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186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461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5959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174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668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469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2903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98CE7-3842-4E2E-BA6C-338ED69E2DD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1892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8738B-2DD1-61B0-26BD-EEC79C32D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9FFC4-4F06-88A2-4ECC-7400A32C9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8A20E-A547-5164-3074-BACB9B6CD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F27B-C294-65EA-0649-7344AE62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8432A-3AAB-D0DF-4ACD-D2D4B174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5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BAF4-0D49-EF56-AC60-E2E67C4A0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59F52-42D9-570F-B50A-6EE09EB34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50F45-089A-62C4-777E-6EB2175C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30715-D119-7158-2C18-7B41103C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F6578-6779-9005-8E4A-239400A5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4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95D0-4F6E-8307-6F52-98C0FACB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68AA19-D5CF-22AC-F8AF-549C777D9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B92B9-8D80-70D2-A419-B387FD7F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BE0CF-40CF-6AC4-4B30-12BD03F1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977D5-713C-16FC-DE46-DB632237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97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078BB-104E-BDE7-551C-3AF51D50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2DED-B343-180C-AD55-DDCEEEAFD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C1AEB-BDB2-2185-6F85-E127DB8BA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BED6A-A867-F518-3445-56125BBE1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F83C5-7AA6-B3AC-7D86-D1CDCD83A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1B4EEA-3181-006A-A569-B5FE6C68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E8C56-FC9B-ADA4-F07E-FA3152DC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7642D-1D93-3BBB-B6A9-38C22E392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C02B67-EDBC-7F6C-5D6B-5F3E972ED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C1CD5-87C8-4C22-B3EF-235BAADCE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2DEF6-91BE-0961-91C7-48B890EB3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CEE471-E574-C499-1678-954AFD00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8F52D-9D30-52F7-CAB2-4CF4845EA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67841F-E1F5-55A6-8AE6-39D71118E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80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7B2B-4EFD-D631-68F8-9AA0AA30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D77C8-1E71-3FA7-9F90-A01F87AF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15C1AC-FEC3-9514-77F1-9E02C247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16CDF-9884-47F2-4EED-85F39278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FEB325-938D-341D-6836-45FA3497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35E58B-6027-D8C7-61D3-9FFE82639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304EC-6F92-ADB5-26B9-DA809770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3EFBC-4CF0-E038-8719-E16630D5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FA471-48C4-0020-96E3-F4CFB288C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EE0DCB-7209-9CC0-3D9F-AD0D0EE8CA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7BBA9-A5CE-B95B-AA9A-A2DC7F07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058F3-2ECB-AF80-FA02-CD2CCB13B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004F1-5DC9-5875-7A02-DDADC34C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653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420B-1B24-8430-84A2-15452CC7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CC66D-C094-8322-6B9B-A0C81A20D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DD00B-88DA-BF66-3FB2-5037C658B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55C42-DDF4-75A8-EDC9-8E02FC459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5FCE2-C267-4497-B346-495527A36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4B210-50BE-82DE-19B2-CA33DB51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1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15BFD-42DD-7A56-7244-B63E0704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58246-B815-6A23-974D-9AA922266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2A96A-E3BC-DA29-0115-289FA4A92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34444-1689-8A8E-65AD-174C94229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792D1-5CBD-17B3-5843-548A90FE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8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9B249-DC26-025A-1528-C4CEC35EE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EA668-41D2-ED9C-C959-B259C00A4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35BB7-E6B2-3B8A-1E17-07BEA892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C4E01-F544-9821-5EF3-7E302F4F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B9756-4B25-7C8C-9D4C-FC2900488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72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31A070-0560-5273-F086-72F7DA62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3BC07-EE2C-7E6A-A4DE-90396F768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C5D19-6F21-5D82-68AF-A2E0A7677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6E72E-13EE-7B49-87E3-5BBDE615C973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8B6C3-0664-6C1B-BFC8-718E647EC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49C54-6593-88F9-3C99-6EDBA8B65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1EE79-A257-D64E-B68C-39C166D75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5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77/135050842097330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1007/s11023-018-9482-5" TargetMode="External"/><Relationship Id="rId5" Type="http://schemas.openxmlformats.org/officeDocument/2006/relationships/hyperlink" Target="https://www.equalityhumanrights.com/" TargetMode="External"/><Relationship Id="rId4" Type="http://schemas.openxmlformats.org/officeDocument/2006/relationships/hyperlink" Target="https://www.acm.org/code-of-ethic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ystem-design-netflix-a-complete-architecture/" TargetMode="External"/><Relationship Id="rId2" Type="http://schemas.openxmlformats.org/officeDocument/2006/relationships/hyperlink" Target="https://www.geeksforgeeks.org/system-design/microservices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1177/1056492619868025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jee.20347" TargetMode="External"/><Relationship Id="rId2" Type="http://schemas.openxmlformats.org/officeDocument/2006/relationships/hyperlink" Target="https://doi.org/10.1109/MC.1993.274940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i.org/10.1007/s10824-025-09538-0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319-51043-9_2" TargetMode="Externa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209-019-00646-8" TargetMode="External"/><Relationship Id="rId2" Type="http://schemas.openxmlformats.org/officeDocument/2006/relationships/hyperlink" Target="https://doi.org/10.1145/3000616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45/3194770.3194776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3CC0-B38A-5219-7962-84864CE4F0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Microservices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D5B16-37B2-6398-CFA9-9638291A5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50165"/>
            <a:ext cx="9144000" cy="1655762"/>
          </a:xfrm>
        </p:spPr>
        <p:txBody>
          <a:bodyPr/>
          <a:lstStyle/>
          <a:p>
            <a:r>
              <a:rPr lang="en-US" dirty="0"/>
              <a:t>Toan Nguyen The - 2560895</a:t>
            </a:r>
          </a:p>
        </p:txBody>
      </p:sp>
    </p:spTree>
    <p:extLst>
      <p:ext uri="{BB962C8B-B14F-4D97-AF65-F5344CB8AC3E}">
        <p14:creationId xmlns:p14="http://schemas.microsoft.com/office/powerpoint/2010/main" val="141718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416"/>
    </mc:Choice>
    <mc:Fallback xmlns="">
      <p:transition spd="slow" advTm="5741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DC47D-F6EB-25F2-3484-369BBC54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F0B96-3A36-D521-75B9-6D808EB5BA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System split into independent services</a:t>
            </a:r>
          </a:p>
          <a:p>
            <a:r>
              <a:rPr lang="en-US" dirty="0"/>
              <a:t>Each service handles one business function</a:t>
            </a:r>
          </a:p>
          <a:p>
            <a:r>
              <a:rPr lang="en-US" dirty="0"/>
              <a:t>Communicates via APIs</a:t>
            </a:r>
          </a:p>
          <a:p>
            <a:r>
              <a:rPr lang="en-US" dirty="0"/>
              <a:t>Improves scalability, resilience, deployment speed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F0AFD66-4661-E995-CDA2-B4C9BB5C54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825625"/>
            <a:ext cx="5777792" cy="2977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52D22C-398C-A902-F85F-D31BFF20D15A}"/>
              </a:ext>
            </a:extLst>
          </p:cNvPr>
          <p:cNvSpPr txBox="1"/>
          <p:nvPr/>
        </p:nvSpPr>
        <p:spPr>
          <a:xfrm>
            <a:off x="6659416" y="5011507"/>
            <a:ext cx="5015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1: Example of difference Between normal architecture and microservices </a:t>
            </a:r>
            <a:r>
              <a:rPr lang="en-US" dirty="0">
                <a:solidFill>
                  <a:schemeClr val="accent5"/>
                </a:solidFill>
              </a:rPr>
              <a:t>(</a:t>
            </a:r>
            <a:r>
              <a:rPr lang="en-US" dirty="0" err="1">
                <a:solidFill>
                  <a:schemeClr val="accent5"/>
                </a:solidFill>
              </a:rPr>
              <a:t>geeksforgeeks</a:t>
            </a:r>
            <a:r>
              <a:rPr lang="en-US" dirty="0">
                <a:solidFill>
                  <a:schemeClr val="accent5"/>
                </a:solidFill>
              </a:rPr>
              <a:t>, </a:t>
            </a:r>
            <a:r>
              <a:rPr lang="en-GB" dirty="0">
                <a:solidFill>
                  <a:schemeClr val="accent5"/>
                </a:solidFill>
              </a:rPr>
              <a:t>n.d.)</a:t>
            </a: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9734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172"/>
    </mc:Choice>
    <mc:Fallback xmlns="">
      <p:transition spd="slow" advTm="6217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C4CB-CE3B-06FE-8ED4-FFAF5E37B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D80B1-BF72-89F1-2947-8E9DF2F51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405583" cy="4351338"/>
          </a:xfrm>
        </p:spPr>
        <p:txBody>
          <a:bodyPr/>
          <a:lstStyle/>
          <a:p>
            <a:r>
              <a:rPr lang="en-US" dirty="0"/>
              <a:t>Applied microservices to Netflix system structure</a:t>
            </a:r>
          </a:p>
          <a:p>
            <a:r>
              <a:rPr lang="en-US" dirty="0"/>
              <a:t>Identified independent services: streaming, user, recommendation</a:t>
            </a:r>
          </a:p>
          <a:p>
            <a:r>
              <a:rPr lang="en-US" dirty="0"/>
              <a:t>Helped understand scalability and system decomposition </a:t>
            </a:r>
          </a:p>
          <a:p>
            <a:r>
              <a:rPr lang="en-US" dirty="0"/>
              <a:t>Hindered by hidden dependencies and real-world complexity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493736-D91C-34C9-A9A9-EDFE9C0843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25127" y="2268836"/>
            <a:ext cx="5181600" cy="25986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814917-6C53-155E-BB7F-EA3DA0657EA6}"/>
              </a:ext>
            </a:extLst>
          </p:cNvPr>
          <p:cNvSpPr txBox="1"/>
          <p:nvPr/>
        </p:nvSpPr>
        <p:spPr>
          <a:xfrm>
            <a:off x="6601691" y="5057761"/>
            <a:ext cx="4999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2: A visualization of Netflix Microservice Architecture </a:t>
            </a:r>
            <a:r>
              <a:rPr lang="en-US" dirty="0">
                <a:solidFill>
                  <a:schemeClr val="accent5"/>
                </a:solidFill>
              </a:rPr>
              <a:t>(</a:t>
            </a:r>
            <a:r>
              <a:rPr lang="en-US" dirty="0" err="1">
                <a:solidFill>
                  <a:schemeClr val="accent5"/>
                </a:solidFill>
              </a:rPr>
              <a:t>geeksforgeeks</a:t>
            </a:r>
            <a:r>
              <a:rPr lang="en-US" dirty="0">
                <a:solidFill>
                  <a:schemeClr val="accent5"/>
                </a:solidFill>
              </a:rPr>
              <a:t>, </a:t>
            </a:r>
            <a:r>
              <a:rPr lang="en-GB" dirty="0">
                <a:solidFill>
                  <a:schemeClr val="accent5"/>
                </a:solidFill>
              </a:rPr>
              <a:t>n.d.)</a:t>
            </a:r>
          </a:p>
        </p:txBody>
      </p:sp>
    </p:spTree>
    <p:extLst>
      <p:ext uri="{BB962C8B-B14F-4D97-AF65-F5344CB8AC3E}">
        <p14:creationId xmlns:p14="http://schemas.microsoft.com/office/powerpoint/2010/main" val="295951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532"/>
    </mc:Choice>
    <mc:Fallback xmlns="">
      <p:transition spd="slow" advTm="785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1702-26A9-63D3-8DBF-9465639C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49C68-D6F1-AA8A-8081-6139956BA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076709" cy="4351338"/>
          </a:xfrm>
        </p:spPr>
        <p:txBody>
          <a:bodyPr>
            <a:normAutofit/>
          </a:bodyPr>
          <a:lstStyle/>
          <a:p>
            <a:r>
              <a:rPr lang="en-US" dirty="0"/>
              <a:t>Legal issue: A legal issue involves applying, interpreting, or assessing the validity of legal rules in relation to specific facts </a:t>
            </a:r>
            <a:r>
              <a:rPr lang="en-US" dirty="0">
                <a:solidFill>
                  <a:schemeClr val="accent5"/>
                </a:solidFill>
              </a:rPr>
              <a:t>(Griffiths, 2016; MacCormick, 2005)</a:t>
            </a:r>
          </a:p>
          <a:p>
            <a:r>
              <a:rPr lang="en-US" dirty="0"/>
              <a:t>Digital piracy (music, films, games, books) accounts for about 22–40% of usage and rose significantly during the COVID-19 pandemic. </a:t>
            </a:r>
            <a:r>
              <a:rPr lang="en-GB" dirty="0">
                <a:solidFill>
                  <a:schemeClr val="accent5"/>
                </a:solidFill>
              </a:rPr>
              <a:t>(Mazzei et al., 2025)</a:t>
            </a:r>
            <a:r>
              <a:rPr lang="en-GB" dirty="0"/>
              <a:t>.</a:t>
            </a:r>
            <a:endParaRPr lang="en-US" dirty="0"/>
          </a:p>
          <a:p>
            <a:r>
              <a:rPr lang="en-US" dirty="0"/>
              <a:t>User profiling &amp; data processing may breach GDPR transparency requirements</a:t>
            </a:r>
          </a:p>
        </p:txBody>
      </p:sp>
    </p:spTree>
    <p:extLst>
      <p:ext uri="{BB962C8B-B14F-4D97-AF65-F5344CB8AC3E}">
        <p14:creationId xmlns:p14="http://schemas.microsoft.com/office/powerpoint/2010/main" val="117584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138"/>
    </mc:Choice>
    <mc:Fallback xmlns="">
      <p:transition spd="slow" advTm="6413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25291-9195-4093-4A28-D9493F0ED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Ethical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6D3DE-C738-53D4-2B21-F6ED53BA2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242964" cy="4351338"/>
          </a:xfrm>
        </p:spPr>
        <p:txBody>
          <a:bodyPr/>
          <a:lstStyle/>
          <a:p>
            <a:r>
              <a:rPr lang="en-US" dirty="0"/>
              <a:t>An ethical issue is a situation where a decision raises questions about what is morally right or wrong, involving values such as fairness, privacy, and responsibility </a:t>
            </a:r>
            <a:r>
              <a:rPr lang="en-US" dirty="0">
                <a:solidFill>
                  <a:schemeClr val="accent5"/>
                </a:solidFill>
              </a:rPr>
              <a:t>(Floridi et al., 2018; Stahl, 2021)</a:t>
            </a:r>
            <a:r>
              <a:rPr lang="en-US" dirty="0"/>
              <a:t>.</a:t>
            </a:r>
          </a:p>
          <a:p>
            <a:r>
              <a:rPr lang="en-US" dirty="0"/>
              <a:t>Therac-25 caused fatal radiation overdoses </a:t>
            </a:r>
            <a:r>
              <a:rPr lang="en-GB" dirty="0">
                <a:solidFill>
                  <a:schemeClr val="accent5"/>
                </a:solidFill>
              </a:rPr>
              <a:t>(Leveson &amp; Turner, 1993)</a:t>
            </a:r>
            <a:r>
              <a:rPr lang="en-GB" dirty="0"/>
              <a:t>.</a:t>
            </a:r>
          </a:p>
          <a:p>
            <a:r>
              <a:rPr lang="en-US" dirty="0"/>
              <a:t>Microservices dilute accountability by distributing failures across multiple services, making it difficult to assign clear ethical responsibility to individuals or teams.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53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435"/>
    </mc:Choice>
    <mc:Fallback xmlns="">
      <p:transition spd="slow" advTm="7643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C7241-24BA-EB5E-1156-A792C68E9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485D9-48C5-5FFA-33D6-E44AA6298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169073" cy="4351338"/>
          </a:xfrm>
        </p:spPr>
        <p:txBody>
          <a:bodyPr/>
          <a:lstStyle/>
          <a:p>
            <a:r>
              <a:rPr lang="en-US" dirty="0"/>
              <a:t>A social problem refers to a societal condition that is widely regarded by many individuals as harmful or unacceptable and therefore in need of change </a:t>
            </a:r>
            <a:r>
              <a:rPr lang="en-US" dirty="0">
                <a:solidFill>
                  <a:schemeClr val="accent5"/>
                </a:solidFill>
              </a:rPr>
              <a:t>(Mooney, Knox &amp; Schacht, 2017)</a:t>
            </a:r>
            <a:r>
              <a:rPr lang="en-US" dirty="0"/>
              <a:t>.</a:t>
            </a:r>
          </a:p>
          <a:p>
            <a:r>
              <a:rPr lang="en-US" dirty="0"/>
              <a:t>Software-dependent critical infrastructures are tightly coupled, and failures may propagate across systems, causing cascading societal disruptions </a:t>
            </a:r>
            <a:r>
              <a:rPr lang="en-US" dirty="0">
                <a:solidFill>
                  <a:schemeClr val="accent5"/>
                </a:solidFill>
              </a:rPr>
              <a:t>(</a:t>
            </a:r>
            <a:r>
              <a:rPr lang="en-US" dirty="0" err="1">
                <a:solidFill>
                  <a:schemeClr val="accent5"/>
                </a:solidFill>
              </a:rPr>
              <a:t>Setola</a:t>
            </a:r>
            <a:r>
              <a:rPr lang="en-US" dirty="0">
                <a:solidFill>
                  <a:schemeClr val="accent5"/>
                </a:solidFill>
              </a:rPr>
              <a:t> &amp; </a:t>
            </a:r>
            <a:r>
              <a:rPr lang="en-US" dirty="0" err="1">
                <a:solidFill>
                  <a:schemeClr val="accent5"/>
                </a:solidFill>
              </a:rPr>
              <a:t>Theocharidou</a:t>
            </a:r>
            <a:r>
              <a:rPr lang="en-US" dirty="0">
                <a:solidFill>
                  <a:schemeClr val="accent5"/>
                </a:solidFill>
              </a:rPr>
              <a:t>, 2016)</a:t>
            </a:r>
            <a:r>
              <a:rPr lang="en-US" dirty="0"/>
              <a:t>.</a:t>
            </a:r>
          </a:p>
          <a:p>
            <a:r>
              <a:rPr lang="en-US" dirty="0"/>
              <a:t>Cloud-based streaming architectures may reinforce digital inequality for users with limited technological access.</a:t>
            </a:r>
          </a:p>
        </p:txBody>
      </p:sp>
    </p:spTree>
    <p:extLst>
      <p:ext uri="{BB962C8B-B14F-4D97-AF65-F5344CB8AC3E}">
        <p14:creationId xmlns:p14="http://schemas.microsoft.com/office/powerpoint/2010/main" val="12477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D62B8-4163-EE3B-B8EC-31658572E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Professional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03832-4A45-D302-58C2-B95AB1561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965873" cy="4351338"/>
          </a:xfrm>
        </p:spPr>
        <p:txBody>
          <a:bodyPr/>
          <a:lstStyle/>
          <a:p>
            <a:r>
              <a:rPr lang="en-US" dirty="0"/>
              <a:t>Professional issues involve the duties, ethical </a:t>
            </a:r>
            <a:r>
              <a:rPr lang="en-US" dirty="0" err="1"/>
              <a:t>behaviour</a:t>
            </a:r>
            <a:r>
              <a:rPr lang="en-US" dirty="0"/>
              <a:t>, accountability, and expected standards that professionals must uphold in their work </a:t>
            </a:r>
            <a:r>
              <a:rPr lang="en-US" dirty="0">
                <a:solidFill>
                  <a:schemeClr val="accent5"/>
                </a:solidFill>
              </a:rPr>
              <a:t>(Loui, 2020)</a:t>
            </a:r>
            <a:r>
              <a:rPr lang="en-US" dirty="0"/>
              <a:t>.</a:t>
            </a:r>
          </a:p>
          <a:p>
            <a:r>
              <a:rPr lang="en-US" dirty="0"/>
              <a:t>A key professional issue in software architecture is balancing system performance with user privacy and security, where architects must make design trade-offs while maintaining ethical and professional responsibility </a:t>
            </a:r>
            <a:r>
              <a:rPr lang="en-US" dirty="0">
                <a:solidFill>
                  <a:schemeClr val="accent5"/>
                </a:solidFill>
              </a:rPr>
              <a:t>(ACM, 2018)</a:t>
            </a:r>
            <a:r>
              <a:rPr lang="en-US" dirty="0"/>
              <a:t>.</a:t>
            </a:r>
          </a:p>
          <a:p>
            <a:r>
              <a:rPr lang="en-US" dirty="0"/>
              <a:t>In microservices, a key professional issue is ensuring clear service ownership and accountability across distributed components to avoid responsibility dilution and loss of traceability </a:t>
            </a:r>
            <a:r>
              <a:rPr lang="en-US" dirty="0">
                <a:solidFill>
                  <a:schemeClr val="accent5"/>
                </a:solidFill>
              </a:rPr>
              <a:t>(Newman, 2021)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2424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C0E0-5009-D975-6003-A88082DAD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9273C-2B72-A719-6B5F-82BA2D17A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4"/>
            <a:ext cx="11012055" cy="4318501"/>
          </a:xfrm>
        </p:spPr>
        <p:txBody>
          <a:bodyPr/>
          <a:lstStyle/>
          <a:p>
            <a:r>
              <a:rPr lang="en-US" dirty="0"/>
              <a:t>Equality issues refer to unfair differences in opportunities, treatment, rights, or access to resources between individuals or social groups  </a:t>
            </a:r>
            <a:r>
              <a:rPr lang="en-US" dirty="0">
                <a:solidFill>
                  <a:schemeClr val="accent5"/>
                </a:solidFill>
              </a:rPr>
              <a:t>(EHRC, n.d.)</a:t>
            </a:r>
            <a:r>
              <a:rPr lang="en-US" dirty="0"/>
              <a:t>.</a:t>
            </a:r>
          </a:p>
          <a:p>
            <a:r>
              <a:rPr lang="en-US" dirty="0"/>
              <a:t>AI can produce biased decisions, thereby increasing equality issues.</a:t>
            </a:r>
          </a:p>
          <a:p>
            <a:r>
              <a:rPr lang="en-US" dirty="0"/>
              <a:t>In microservices architecture, equality issues arise when resources, access, performance, or opportunities are unevenly distributed across services, users, or teams, potentially resulting in systemic imbalance and operational bias </a:t>
            </a:r>
            <a:r>
              <a:rPr lang="en-US" dirty="0">
                <a:solidFill>
                  <a:schemeClr val="accent5"/>
                </a:solidFill>
              </a:rPr>
              <a:t>(Verma &amp; Rubin, 2018)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9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D44F-A5C4-269C-DB91-E5497E60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Diversity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0B7ACF-99B6-6791-C4E8-B46C0B75EF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12921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Diversity issues refer to challenges arising when differences between individuals or groups are not effectively </a:t>
            </a:r>
            <a:r>
              <a:rPr lang="en-US" dirty="0" err="1"/>
              <a:t>recognised</a:t>
            </a:r>
            <a:r>
              <a:rPr lang="en-US" dirty="0"/>
              <a:t> or managed, leading to exclusion or unequal representation in </a:t>
            </a:r>
            <a:r>
              <a:rPr lang="en-US" dirty="0" err="1"/>
              <a:t>organisations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(</a:t>
            </a:r>
            <a:r>
              <a:rPr lang="en-US" dirty="0" err="1">
                <a:solidFill>
                  <a:schemeClr val="accent5"/>
                </a:solidFill>
              </a:rPr>
              <a:t>Köllen</a:t>
            </a:r>
            <a:r>
              <a:rPr lang="en-US" dirty="0">
                <a:solidFill>
                  <a:schemeClr val="accent5"/>
                </a:solidFill>
              </a:rPr>
              <a:t>, 2021)</a:t>
            </a:r>
            <a:r>
              <a:rPr lang="en-US" dirty="0"/>
              <a:t>.</a:t>
            </a:r>
          </a:p>
          <a:p>
            <a:r>
              <a:rPr lang="en-US" dirty="0"/>
              <a:t>Diversity issues in software architecture occur when systems do not provide inclusive and accessible design across all components, resulting in the exclusion of users with varying abilities or backgrounds </a:t>
            </a:r>
            <a:r>
              <a:rPr lang="en-GB" dirty="0">
                <a:solidFill>
                  <a:schemeClr val="accent5"/>
                </a:solidFill>
              </a:rPr>
              <a:t>(Stephanidis et al., 2019)</a:t>
            </a:r>
            <a:r>
              <a:rPr lang="en-US" dirty="0"/>
              <a:t>.</a:t>
            </a:r>
          </a:p>
          <a:p>
            <a:r>
              <a:rPr lang="en-US" dirty="0"/>
              <a:t>Diversity issues in microservices architecture arise when distributed services fail to consistently support multilingual, cultural, and accessibility requirements, resulting in unequal user experiences across different user groups </a:t>
            </a:r>
            <a:r>
              <a:rPr lang="en-US" dirty="0">
                <a:solidFill>
                  <a:schemeClr val="accent5"/>
                </a:solidFill>
              </a:rPr>
              <a:t>(Newman, 2021)</a:t>
            </a:r>
            <a:r>
              <a:rPr lang="en-US" dirty="0"/>
              <a:t>.</a:t>
            </a:r>
            <a:endParaRPr lang="en-US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8393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FC3E-4E96-737A-E668-05FD543A5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Inclusion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9E2745-A3DD-3053-1150-7B1CFF898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9100" y="1690688"/>
            <a:ext cx="11353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Inclusion issues refer to challenges that arise when individuals or groups are not fully involved, valued, or given equal opportunities to participate within an </a:t>
            </a:r>
            <a:r>
              <a:rPr lang="en-US" dirty="0" err="1"/>
              <a:t>organisation</a:t>
            </a:r>
            <a:r>
              <a:rPr lang="en-US" dirty="0"/>
              <a:t> or system, leading to exclusion and unequal participation </a:t>
            </a:r>
            <a:r>
              <a:rPr lang="en-US" dirty="0">
                <a:solidFill>
                  <a:schemeClr val="accent5"/>
                </a:solidFill>
              </a:rPr>
              <a:t>(Adamson et al., 2021)</a:t>
            </a:r>
            <a:r>
              <a:rPr lang="en-US" dirty="0"/>
              <a:t>.</a:t>
            </a:r>
          </a:p>
          <a:p>
            <a:r>
              <a:rPr lang="en-US" dirty="0"/>
              <a:t>Inclusion issues in software systems refer to the failure to design technologies that ensure equal participation and accessibility for all users, particularly those from diverse or </a:t>
            </a:r>
            <a:r>
              <a:rPr lang="en-US" dirty="0" err="1"/>
              <a:t>marginalised</a:t>
            </a:r>
            <a:r>
              <a:rPr lang="en-US" dirty="0"/>
              <a:t> groups </a:t>
            </a:r>
            <a:r>
              <a:rPr lang="en-US" dirty="0">
                <a:solidFill>
                  <a:schemeClr val="accent5"/>
                </a:solidFill>
              </a:rPr>
              <a:t>(</a:t>
            </a:r>
            <a:r>
              <a:rPr lang="en-US" dirty="0" err="1">
                <a:solidFill>
                  <a:schemeClr val="accent5"/>
                </a:solidFill>
              </a:rPr>
              <a:t>Shneiderman</a:t>
            </a:r>
            <a:r>
              <a:rPr lang="en-US" dirty="0">
                <a:solidFill>
                  <a:schemeClr val="accent5"/>
                </a:solidFill>
              </a:rPr>
              <a:t> et al., 2016)</a:t>
            </a:r>
            <a:r>
              <a:rPr lang="en-US" dirty="0"/>
              <a:t>.</a:t>
            </a:r>
          </a:p>
          <a:p>
            <a:r>
              <a:rPr lang="en-US" dirty="0"/>
              <a:t>In microservices architecture, inclusion issues arise when certain stakeholders or requirements are overlooked during system design, leading to fragmented services and reduced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3036397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60E5-977C-7102-8B73-8D7D8E635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211B0-A288-D7D1-4DD6-3786A2A2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97D41-9531-F934-C579-38C4374C5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06932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Adamson, M., Kelan, E., Lewis, P., Śliwa, M., &amp; Rumens, N. (2021). </a:t>
            </a:r>
            <a:r>
              <a:rPr lang="en-US" i="1" dirty="0"/>
              <a:t>Introduction: Critically interrogating inclusion in </a:t>
            </a:r>
            <a:r>
              <a:rPr lang="en-US" i="1" dirty="0" err="1"/>
              <a:t>organisations</a:t>
            </a:r>
            <a:r>
              <a:rPr lang="en-US" dirty="0"/>
              <a:t>. Organization, 28(2), 211–227. </a:t>
            </a:r>
            <a:r>
              <a:rPr lang="en-US" dirty="0">
                <a:hlinkClick r:id="rId3"/>
              </a:rPr>
              <a:t>https://doi.org/10.1177/1350508420973307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Association for Computing Machinery. (2018). ACM code of ethics and professional conduct. </a:t>
            </a:r>
            <a:r>
              <a:rPr lang="en-US" dirty="0">
                <a:hlinkClick r:id="rId4"/>
              </a:rPr>
              <a:t>https://www.acm.org/code-of-ethics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Equality and Human Rights Commission. (n.d.). What is equality? </a:t>
            </a:r>
            <a:r>
              <a:rPr lang="en-US" dirty="0">
                <a:hlinkClick r:id="rId5"/>
              </a:rPr>
              <a:t>https://www.equalityhumanrights.com/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Floridi</a:t>
            </a:r>
            <a:r>
              <a:rPr lang="en-US" dirty="0"/>
              <a:t>, L., Cowls, J., </a:t>
            </a:r>
            <a:r>
              <a:rPr lang="en-US" dirty="0" err="1"/>
              <a:t>Beltrametti</a:t>
            </a:r>
            <a:r>
              <a:rPr lang="en-US" dirty="0"/>
              <a:t>, M., Chatila, R., </a:t>
            </a:r>
            <a:r>
              <a:rPr lang="en-US" dirty="0" err="1"/>
              <a:t>Chazerand</a:t>
            </a:r>
            <a:r>
              <a:rPr lang="en-US" dirty="0"/>
              <a:t>, P., Dignum, V., Luetge, C., Madelin, R., </a:t>
            </a:r>
            <a:r>
              <a:rPr lang="en-US" dirty="0" err="1"/>
              <a:t>Pagallo</a:t>
            </a:r>
            <a:r>
              <a:rPr lang="en-US" dirty="0"/>
              <a:t>, U., Rossi, F., Schafer, B., Valcke, P., &amp; </a:t>
            </a:r>
            <a:r>
              <a:rPr lang="en-US" dirty="0" err="1"/>
              <a:t>Vayena</a:t>
            </a:r>
            <a:r>
              <a:rPr lang="en-US" dirty="0"/>
              <a:t>, E. (2018). AI4People—An ethical framework for a good AI society: Opportunities, risks, principles, and recommendations. Minds and Machines, 28(4), 689–707. </a:t>
            </a:r>
            <a:r>
              <a:rPr lang="en-US" dirty="0">
                <a:hlinkClick r:id="rId6"/>
              </a:rPr>
              <a:t>https://doi.org/10.1007/s11023-018-9482-5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9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642B-C5FA-5F8E-5035-6C15FFC1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7E6FB-4A86-A367-0DEC-63116B591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C6BED-80D7-C93E-E03C-8CDA60B9B2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06932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GeeksforGeeks</a:t>
            </a:r>
            <a:r>
              <a:rPr lang="en-US" dirty="0"/>
              <a:t>. (2025, January 21). Microservices. </a:t>
            </a:r>
            <a:r>
              <a:rPr lang="en-US" dirty="0">
                <a:hlinkClick r:id="rId2"/>
              </a:rPr>
              <a:t>https://www.geeksforgeeks.org/system-design/microservices/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GeeksforGeeks</a:t>
            </a:r>
            <a:r>
              <a:rPr lang="en-US" dirty="0"/>
              <a:t>. (2025, November 1). </a:t>
            </a:r>
            <a:r>
              <a:rPr lang="en-US" i="1" dirty="0"/>
              <a:t>System design Netflix | A complete architecture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https://www.geeksforgeeks.org/system-design-netflix-a-complete-architecture/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Griffiths, J. (2016). </a:t>
            </a:r>
            <a:r>
              <a:rPr lang="en-US" i="1" dirty="0"/>
              <a:t>Intellectual problem solving in law</a:t>
            </a:r>
            <a:r>
              <a:rPr lang="en-US" dirty="0"/>
              <a:t>. Cambridge University Press.</a:t>
            </a:r>
          </a:p>
          <a:p>
            <a:pPr marL="0" indent="0">
              <a:buNone/>
            </a:pPr>
            <a:r>
              <a:rPr lang="en-US" dirty="0" err="1"/>
              <a:t>Köllen</a:t>
            </a:r>
            <a:r>
              <a:rPr lang="en-US" dirty="0"/>
              <a:t>, T. (2021). Diversity management: A critical review and agenda for the future. </a:t>
            </a:r>
            <a:r>
              <a:rPr lang="en-US" i="1" dirty="0"/>
              <a:t>Journal of Management Inquiry, 30</a:t>
            </a:r>
            <a:r>
              <a:rPr lang="en-US" dirty="0"/>
              <a:t>(3), 228–237. </a:t>
            </a:r>
            <a:r>
              <a:rPr lang="en-US" dirty="0">
                <a:hlinkClick r:id="rId4"/>
              </a:rPr>
              <a:t>https://doi.org/10.1177/1056492619868025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839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C889B-AB6A-1FFA-53F8-FF43CE698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F3ED6-70AC-F668-365D-A98F4B5DD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B6BA3-E50E-2D46-428E-6003B5658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97915"/>
            <a:ext cx="1103295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Leveson, N. G., &amp; Turner, C. S. (1993). An investigation of the Therac-25 accidents. </a:t>
            </a:r>
            <a:r>
              <a:rPr lang="en-US" i="1" dirty="0"/>
              <a:t>Computer, 26</a:t>
            </a:r>
            <a:r>
              <a:rPr lang="en-US" dirty="0"/>
              <a:t>(7), 18–41. </a:t>
            </a:r>
            <a:r>
              <a:rPr lang="en-US" dirty="0">
                <a:hlinkClick r:id="rId2"/>
              </a:rPr>
              <a:t>https://doi.org/10.1109/MC.1993.274940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Loui, M. C. (2020). Ethics and the development of professional identities of engineering students. </a:t>
            </a:r>
            <a:r>
              <a:rPr lang="en-US" i="1" dirty="0"/>
              <a:t>Journal of Engineering Education, 109</a:t>
            </a:r>
            <a:r>
              <a:rPr lang="en-US" dirty="0"/>
              <a:t>(4), 716–749. </a:t>
            </a:r>
            <a:r>
              <a:rPr lang="en-US" dirty="0">
                <a:hlinkClick r:id="rId3"/>
              </a:rPr>
              <a:t>https://doi.org/10.1002/jee.20347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MacCormick, N. (2005). </a:t>
            </a:r>
            <a:r>
              <a:rPr lang="en-US" i="1" dirty="0"/>
              <a:t>Rhetoric and the rule of law: A theory of legal reasoning</a:t>
            </a:r>
            <a:r>
              <a:rPr lang="en-US" dirty="0"/>
              <a:t>. Oxford University Press.</a:t>
            </a:r>
          </a:p>
          <a:p>
            <a:pPr marL="0" indent="0">
              <a:buNone/>
            </a:pPr>
            <a:r>
              <a:rPr lang="en-US" dirty="0"/>
              <a:t>Mazzei, J., Martinelli, A., </a:t>
            </a:r>
            <a:r>
              <a:rPr lang="en-US" dirty="0" err="1"/>
              <a:t>Nuvolari</a:t>
            </a:r>
            <a:r>
              <a:rPr lang="en-US" dirty="0"/>
              <a:t>, A., &amp; Poort, J. (2025). Digital piracy in times of COVID-19. </a:t>
            </a:r>
            <a:r>
              <a:rPr lang="en-US" i="1" dirty="0"/>
              <a:t>Journal of Cultural Economics, 49</a:t>
            </a:r>
            <a:r>
              <a:rPr lang="en-US" dirty="0"/>
              <a:t>(4), 717–745. </a:t>
            </a:r>
            <a:r>
              <a:rPr lang="en-US" dirty="0">
                <a:hlinkClick r:id="rId4"/>
              </a:rPr>
              <a:t>https://doi.org/10.1007/s10824-025-09538-0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699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44333-2E2A-D4A9-54E6-EEEFAB67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583B-E4C7-BAD1-4038-5E2584C6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1EA3-8336-3F7B-A4A8-05A1989EC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97915"/>
            <a:ext cx="110693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Mooney, L. A., Knox, D., &amp; Schacht, C. (2017). </a:t>
            </a:r>
            <a:r>
              <a:rPr lang="en-GB" i="1" dirty="0"/>
              <a:t>Understanding social problems</a:t>
            </a:r>
            <a:r>
              <a:rPr lang="en-GB" dirty="0"/>
              <a:t> (10th ed.). Cengage Learning.</a:t>
            </a:r>
          </a:p>
          <a:p>
            <a:pPr marL="0" indent="0">
              <a:buNone/>
            </a:pPr>
            <a:r>
              <a:rPr lang="en-GB" dirty="0"/>
              <a:t>Newman, S. (2021). </a:t>
            </a:r>
            <a:r>
              <a:rPr lang="en-GB" i="1" dirty="0"/>
              <a:t>Building microservices: Designing fine-grained systems</a:t>
            </a:r>
            <a:r>
              <a:rPr lang="en-GB" dirty="0"/>
              <a:t> (2nd ed.). O’Reilly Media.</a:t>
            </a:r>
          </a:p>
          <a:p>
            <a:pPr marL="0" indent="0">
              <a:buNone/>
            </a:pPr>
            <a:r>
              <a:rPr lang="en-GB" dirty="0" err="1"/>
              <a:t>Setola</a:t>
            </a:r>
            <a:r>
              <a:rPr lang="en-GB" dirty="0"/>
              <a:t>, R., &amp; </a:t>
            </a:r>
            <a:r>
              <a:rPr lang="en-GB" dirty="0" err="1"/>
              <a:t>Theocharidou</a:t>
            </a:r>
            <a:r>
              <a:rPr lang="en-GB" dirty="0"/>
              <a:t>, M. (2016). Modelling dependencies between critical infrastructures. In R. </a:t>
            </a:r>
            <a:r>
              <a:rPr lang="en-GB" dirty="0" err="1"/>
              <a:t>Setola</a:t>
            </a:r>
            <a:r>
              <a:rPr lang="en-GB" dirty="0"/>
              <a:t>, V. Rosato, E. Kyriakides, &amp; E. Rome (Eds.), </a:t>
            </a:r>
            <a:r>
              <a:rPr lang="en-GB" i="1" dirty="0"/>
              <a:t>Managing the complexity of critical infrastructures: A modelling and simulation approach</a:t>
            </a:r>
            <a:r>
              <a:rPr lang="en-GB" dirty="0"/>
              <a:t> (pp. 19–37). Springer. </a:t>
            </a:r>
            <a:r>
              <a:rPr lang="en-GB" dirty="0">
                <a:hlinkClick r:id="rId2"/>
              </a:rPr>
              <a:t>https://doi.org/10.1007/978-3-319-51043-9_2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970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613EE-BDEC-F5F3-80C9-E8B6FB4D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01ACF-2FCB-CDDF-2EE0-7C14636C1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38B12-3BF6-2303-1152-D4AC6FDC3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10693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Shneiderman</a:t>
            </a:r>
            <a:r>
              <a:rPr lang="en-GB" dirty="0"/>
              <a:t>, B., </a:t>
            </a:r>
            <a:r>
              <a:rPr lang="en-GB" dirty="0" err="1"/>
              <a:t>Plaisant</a:t>
            </a:r>
            <a:r>
              <a:rPr lang="en-GB" dirty="0"/>
              <a:t>, C., Cohen, M., Jacobs, S., Elmqvist, N., &amp; </a:t>
            </a:r>
            <a:r>
              <a:rPr lang="en-GB" dirty="0" err="1"/>
              <a:t>Diakopoulos</a:t>
            </a:r>
            <a:r>
              <a:rPr lang="en-GB" dirty="0"/>
              <a:t>, N. (2016). Social media analysis and visualization: Toward inclusive, ethical and responsible design. </a:t>
            </a:r>
            <a:r>
              <a:rPr lang="en-GB" i="1" dirty="0"/>
              <a:t>Communications of the ACM, 59</a:t>
            </a:r>
            <a:r>
              <a:rPr lang="en-GB" dirty="0"/>
              <a:t>(11), 32–39. </a:t>
            </a:r>
            <a:r>
              <a:rPr lang="en-GB" dirty="0">
                <a:hlinkClick r:id="rId2"/>
              </a:rPr>
              <a:t>https://doi.org/10.1145/3000616</a:t>
            </a:r>
            <a:endParaRPr lang="en-GB" dirty="0"/>
          </a:p>
          <a:p>
            <a:pPr marL="0" indent="0">
              <a:buNone/>
            </a:pPr>
            <a:r>
              <a:rPr lang="en-US" dirty="0"/>
              <a:t>Stahl, B. C. (2021). </a:t>
            </a:r>
            <a:r>
              <a:rPr lang="en-US" i="1" dirty="0"/>
              <a:t>Ethics of emerging information and communication technologies</a:t>
            </a:r>
            <a:r>
              <a:rPr lang="en-US" dirty="0"/>
              <a:t>. Springer.</a:t>
            </a:r>
          </a:p>
          <a:p>
            <a:pPr marL="0" indent="0">
              <a:buNone/>
            </a:pPr>
            <a:r>
              <a:rPr lang="en-US" dirty="0"/>
              <a:t>Stephanidis, C., Antoniou, A., </a:t>
            </a:r>
            <a:r>
              <a:rPr lang="en-US" dirty="0" err="1"/>
              <a:t>Savidis</a:t>
            </a:r>
            <a:r>
              <a:rPr lang="en-US" dirty="0"/>
              <a:t>, A., &amp; </a:t>
            </a:r>
            <a:r>
              <a:rPr lang="en-US" dirty="0" err="1"/>
              <a:t>Dardaillon</a:t>
            </a:r>
            <a:r>
              <a:rPr lang="en-US" dirty="0"/>
              <a:t>, L. (2019). Universal access and inclusive design in the digital age. </a:t>
            </a:r>
            <a:r>
              <a:rPr lang="en-US" i="1" dirty="0"/>
              <a:t>Universal Access in the Information Society, 18</a:t>
            </a:r>
            <a:r>
              <a:rPr lang="en-US" dirty="0"/>
              <a:t>, 1–12. </a:t>
            </a:r>
            <a:r>
              <a:rPr lang="en-US" dirty="0">
                <a:hlinkClick r:id="rId3"/>
              </a:rPr>
              <a:t>https://doi.org/10.1007/s10209-019-00646-8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732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D26F4-1534-0E92-E1AC-8C9A638A9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7B421-83AD-AC3B-7EEB-E1DEA6FE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17BE7B-B439-B9F4-0580-38082DE20B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10693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Verma, S., &amp; Rubin, J. (2018). Fairness definitions explained. In </a:t>
            </a:r>
            <a:r>
              <a:rPr lang="en-US" i="1" dirty="0"/>
              <a:t>Proceedings of the International Workshop on Software Fairness</a:t>
            </a:r>
            <a:r>
              <a:rPr lang="en-US" dirty="0"/>
              <a:t> (pp. 1–7). Association for Computing Machinery. </a:t>
            </a:r>
            <a:r>
              <a:rPr lang="en-US" dirty="0">
                <a:hlinkClick r:id="rId2"/>
              </a:rPr>
              <a:t>https://doi.org/10.1145/3194770.3194776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71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1444</Words>
  <Application>Microsoft Office PowerPoint</Application>
  <PresentationFormat>Widescreen</PresentationFormat>
  <Paragraphs>78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Office Theme</vt:lpstr>
      <vt:lpstr>Microservices Architecture</vt:lpstr>
      <vt:lpstr>Theory</vt:lpstr>
      <vt:lpstr>Application</vt:lpstr>
      <vt:lpstr>Legal Issues</vt:lpstr>
      <vt:lpstr>Ethical Issues</vt:lpstr>
      <vt:lpstr>Social Issues</vt:lpstr>
      <vt:lpstr>Professional Issues</vt:lpstr>
      <vt:lpstr>Equality Issues</vt:lpstr>
      <vt:lpstr>Diversity Issues</vt:lpstr>
      <vt:lpstr>Inclusion Issues</vt:lpstr>
      <vt:lpstr>Reference</vt:lpstr>
      <vt:lpstr>Reference</vt:lpstr>
      <vt:lpstr>Reference</vt:lpstr>
      <vt:lpstr>Reference</vt:lpstr>
      <vt:lpstr>Reference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Venters</dc:creator>
  <cp:lastModifiedBy>Nguyen Toan (U2560895)</cp:lastModifiedBy>
  <cp:revision>8</cp:revision>
  <dcterms:created xsi:type="dcterms:W3CDTF">2022-11-19T09:30:17Z</dcterms:created>
  <dcterms:modified xsi:type="dcterms:W3CDTF">2026-05-08T22:17:51Z</dcterms:modified>
</cp:coreProperties>
</file>